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Time-Based Midpoint Finder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Intelligent Way to Determine a Fair Meeting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Problem: Finding the exact midpoint based on travel time, not just distance.</a:t>
            </a:r>
          </a:p>
          <a:p>
            <a:r>
              <a:t>• Traditional midpoint calculations ignore real-world travel conditions.</a:t>
            </a:r>
          </a:p>
          <a:p>
            <a:r>
              <a:t>• Our approach ensures both parties travel equal time to meet.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Given two points P and Q, find the best meeting point M.</a:t>
            </a:r>
          </a:p>
          <a:p>
            <a:r>
              <a:t>• M should be on a real-world travel route.</a:t>
            </a:r>
          </a:p>
          <a:p>
            <a:r>
              <a:t>• The travel time from P to M and Q to M should be as equal as 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Get waypoints along the route between P and Q.</a:t>
            </a:r>
          </a:p>
          <a:p>
            <a:r>
              <a:t>2. Iterate through each waypoint and calculate travel times.</a:t>
            </a:r>
          </a:p>
          <a:p>
            <a:r>
              <a:t>3. Select the point where the travel time difference is minimized.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Java Spring Boot</a:t>
            </a:r>
          </a:p>
          <a:p>
            <a:r>
              <a:t>• Frontend: React with TypeScript</a:t>
            </a:r>
          </a:p>
          <a:p>
            <a:r>
              <a:t>• API: OpenRouteService for route and travel time calculations</a:t>
            </a:r>
          </a:p>
          <a:p>
            <a:r>
              <a:t>• Map Integration: OpenStreetMap or Google Maps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Fetch waypoints from OpenRouteService.</a:t>
            </a:r>
          </a:p>
          <a:p>
            <a:r>
              <a:t>2. Calculate travel time from P to each waypoint M.</a:t>
            </a:r>
          </a:p>
          <a:p>
            <a:r>
              <a:t>3. Calculate travel time from Q to each waypoint M.</a:t>
            </a:r>
          </a:p>
          <a:p>
            <a:r>
              <a:t>4. Find the waypoint where the travel times are closest.</a:t>
            </a:r>
          </a:p>
          <a:p>
            <a:r>
              <a:t>5. Return the optimal meeting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A is in Location P.</a:t>
            </a:r>
          </a:p>
          <a:p>
            <a:r>
              <a:t>• User B is in Location Q.</a:t>
            </a:r>
          </a:p>
          <a:p>
            <a:r>
              <a:t>• The system suggests the best midpoint M based on real-time traffic.</a:t>
            </a:r>
          </a:p>
          <a:p>
            <a:r>
              <a:t>• Example: A café, park, or public landmark where they can meet.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Consider multiple users (e.g., 3+ people meeting at a midpoint).</a:t>
            </a:r>
          </a:p>
          <a:p>
            <a:r>
              <a:t>• Optimize based on public transportation.</a:t>
            </a:r>
          </a:p>
          <a:p>
            <a:r>
              <a:t>• Allow user preferences (e.g., meeting at a coffee shop vs. a park).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Our system finds an optimal meeting point based on real-world travel times.</a:t>
            </a:r>
          </a:p>
          <a:p>
            <a:r>
              <a:t>• It enhances fairness in travel efforts between users.</a:t>
            </a:r>
          </a:p>
          <a:p>
            <a:r>
              <a:t>• Future upgrades can further refine the approach with additional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