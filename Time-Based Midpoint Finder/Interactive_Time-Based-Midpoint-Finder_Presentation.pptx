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Time-Based Midpoint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tool to find an optimal meeting point based on travel time instead of distance.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🚗 Travel time matters more than distance for meeting points!</a:t>
            </a:r>
          </a:p>
          <a:p/>
          <a:p/>
          <a:p>
            <a:r>
              <a:t>• Google Maps suggests distance-based midpoints but ignores real-time travel impact.</a:t>
            </a:r>
          </a:p>
          <a:p>
            <a:r>
              <a:t>• Traffic, road conditions, and speed limits make actual travel time unpredictable.</a:t>
            </a:r>
          </a:p>
          <a:p>
            <a:r>
              <a:t>• This tool finds the best meeting point where travel times are nearly equal.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Goal: Find a meeting point where travel time from both locations is nearly equal.</a:t>
            </a:r>
          </a:p>
          <a:p/>
          <a:p/>
          <a:p>
            <a:r>
              <a:t>✅ Uses OpenRouteService API for road-based routes.</a:t>
            </a:r>
          </a:p>
          <a:p>
            <a:r>
              <a:t>✅ Ensures a fair and optimal meeting location based on real-time travel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1️⃣ User enters two locations: P (Point A) and Q (Point B).</a:t>
            </a:r>
          </a:p>
          <a:p/>
          <a:p>
            <a:r>
              <a:t>2️⃣ Fetch road-based route between P and Q using OpenRouteService.</a:t>
            </a:r>
          </a:p>
          <a:p>
            <a:r>
              <a:t>3️⃣ Get waypoints along the route.</a:t>
            </a:r>
          </a:p>
          <a:p>
            <a:r>
              <a:t>4️⃣ For each waypoint M, calculate travel times from P and Q.</a:t>
            </a:r>
          </a:p>
          <a:p>
            <a:r>
              <a:t>5️⃣ Select the waypoint where the travel time difference is minimal.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🔹 Backend: Java Spring Boot - Handles API requests, calls OpenRouteService.</a:t>
            </a:r>
          </a:p>
          <a:p/>
          <a:p>
            <a:r>
              <a:t>🔹 Frontend: React + TypeScript - Displays routes &amp; calculated meeting point.</a:t>
            </a:r>
            <a:br/>
          </a:p>
          <a:p>
            <a:r>
              <a:t>🔹 APIs: OpenRouteService (routes &amp; waypoints), Google Maps (optional for visualization).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🔢 Steps:</a:t>
            </a:r>
          </a:p>
          <a:p/>
          <a:p>
            <a:r>
              <a:t>1️⃣ Fetch route from P → Q.</a:t>
            </a:r>
          </a:p>
          <a:p>
            <a:r>
              <a:t>2️⃣ Get waypoints along the route.</a:t>
            </a:r>
          </a:p>
          <a:p>
            <a:r>
              <a:t>3️⃣ For each waypoint M:</a:t>
            </a:r>
          </a:p>
          <a:p>
            <a:r>
              <a:t>   - Compute travel time from P to M.</a:t>
            </a:r>
          </a:p>
          <a:p>
            <a:r>
              <a:t>   - Compute travel time from Q to M.</a:t>
            </a:r>
          </a:p>
          <a:p>
            <a:r>
              <a:t>   - Calculate the absolute time difference |T1 - T2|.</a:t>
            </a:r>
          </a:p>
          <a:p>
            <a:r>
              <a:t>4️⃣ The waypoint with the smallest difference is chosen as the meeting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🚀 Optimization Techniques:</a:t>
            </a:r>
          </a:p>
          <a:p/>
          <a:p>
            <a:r>
              <a:t>✔ Reduce waypoints using binary search.</a:t>
            </a:r>
          </a:p>
          <a:p>
            <a:r>
              <a:t>✔ Cluster waypoints for faster computation.</a:t>
            </a:r>
            <a:br/>
          </a:p>
          <a:p>
            <a:r>
              <a:t>🚀 Integration Ideas:</a:t>
            </a:r>
            <a:br/>
          </a:p>
          <a:p>
            <a:r>
              <a:t>✔ Ride-sharing apps for pickup points.</a:t>
            </a:r>
          </a:p>
          <a:p>
            <a:r>
              <a:t>✔ Google Maps plugin for real-time suggestions.</a:t>
            </a:r>
            <a:br/>
          </a:p>
          <a:p>
            <a:r>
              <a:t>🚀 User Experience Enhancements:</a:t>
            </a:r>
            <a:br/>
          </a:p>
          <a:p>
            <a:r>
              <a:t>✔ Allow preferences (cafes, public spaces, etc.).</a:t>
            </a:r>
          </a:p>
          <a:p>
            <a:r>
              <a:t>✔ Use AI for better prediction based on historical traffic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✅ This tool finds a fair meeting point using travel time, not just distance.</a:t>
            </a:r>
          </a:p>
          <a:p/>
          <a:p>
            <a:r>
              <a:t>✅ OpenRouteService waypoints provide accurate road-based midpoints.</a:t>
            </a:r>
            <a:br/>
          </a:p>
          <a:p>
            <a:r>
              <a:t>✅ Future improvements can include optimizations and integrations.</a:t>
            </a:r>
            <a:br/>
            <a:br/>
          </a:p>
          <a:p>
            <a:r>
              <a:t>🚀 Next Steps:</a:t>
            </a:r>
            <a:br/>
          </a:p>
          <a:p>
            <a:r>
              <a:t>• Implement backend API in Java.</a:t>
            </a:r>
            <a:br/>
          </a:p>
          <a:p>
            <a:r>
              <a:t>• Build frontend UI in React.</a:t>
            </a:r>
            <a:br/>
          </a:p>
          <a:p>
            <a:r>
              <a:t>• Optimize brute-force approach for better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