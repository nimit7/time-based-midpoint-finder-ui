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Time-Based Midpoint Finder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tool to find an optimal meeting point based on travel time instead of distance.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Google Maps provides distance-based midpoints but ignores travel time.</a:t>
            </a:r>
          </a:p>
          <a:p>
            <a:r>
              <a:t>• Traffic and road conditions impact actual travel time.</a:t>
            </a:r>
          </a:p>
          <a:p>
            <a:r>
              <a:t>• Finding a meeting point that minimizes time difference makes meetups fairer.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Identify a meeting point where travel time from both locations is nearly equal.</a:t>
            </a:r>
          </a:p>
          <a:p>
            <a:r>
              <a:t>• Uses OpenRouteService API for road-based routes.</a:t>
            </a:r>
          </a:p>
          <a:p>
            <a:r>
              <a:t>• Ensures an optimal meeting location based on real-time travel conditions.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enters two locations: P (Point A) and Q (Point B).</a:t>
            </a:r>
          </a:p>
          <a:p>
            <a:r>
              <a:t>2. Fetch road-based route between P and Q using OpenRouteService.</a:t>
            </a:r>
          </a:p>
          <a:p>
            <a:r>
              <a:t>3. Get waypoints along the route.</a:t>
            </a:r>
          </a:p>
          <a:p>
            <a:r>
              <a:t>4. For each waypoint M, calculate travel times from P and Q.</a:t>
            </a:r>
          </a:p>
          <a:p>
            <a:r>
              <a:t>5. Select the waypoint where the travel time difference is minimal.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APIs Used:</a:t>
            </a:r>
          </a:p>
          <a:p>
            <a:r>
              <a:t>  - OpenRouteService for fetching routes &amp; waypoints.</a:t>
            </a:r>
          </a:p>
          <a:p>
            <a:r>
              <a:t>  - Google Maps API (optional) for visualization.</a:t>
            </a:r>
          </a:p>
          <a:p/>
          <a:p>
            <a:r>
              <a:t>• Backend (Java Spring Boot):</a:t>
            </a:r>
          </a:p>
          <a:p>
            <a:r>
              <a:t>  - Handles API requests.</a:t>
            </a:r>
          </a:p>
          <a:p>
            <a:r>
              <a:t>  - Calls OpenRouteService for travel times.</a:t>
            </a:r>
          </a:p>
          <a:p>
            <a:r>
              <a:t>  - Performs brute-force search to find the best waypoint.</a:t>
            </a:r>
          </a:p>
          <a:p/>
          <a:p>
            <a:r>
              <a:t>• Frontend (React + TypeScript):</a:t>
            </a:r>
          </a:p>
          <a:p>
            <a:r>
              <a:t>  - Takes user inputs.</a:t>
            </a:r>
          </a:p>
          <a:p>
            <a:r>
              <a:t>  - Displays route and calculated meeting point on the map.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Fetch route from P → Q.</a:t>
            </a:r>
          </a:p>
          <a:p>
            <a:r>
              <a:t>2. Get waypoints along the route.</a:t>
            </a:r>
          </a:p>
          <a:p>
            <a:r>
              <a:t>3. For each waypoint M:</a:t>
            </a:r>
          </a:p>
          <a:p>
            <a:r>
              <a:t>   - Compute travel time from P to M.</a:t>
            </a:r>
          </a:p>
          <a:p>
            <a:r>
              <a:t>   - Compute travel time from Q to M.</a:t>
            </a:r>
          </a:p>
          <a:p>
            <a:r>
              <a:t>   - Calculate the absolute time difference |T1 - T2|.</a:t>
            </a:r>
          </a:p>
          <a:p>
            <a:r>
              <a:t>4. The waypoint with the smallest difference is chosen as the meeting 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 = 'User A's Home', Q = 'User B's Home'</a:t>
            </a:r>
          </a:p>
          <a:p>
            <a:r>
              <a:t>• Waypoints and travel times:</a:t>
            </a:r>
          </a:p>
          <a:p>
            <a:r>
              <a:t>  - M1: (15 min, 25 min) → ΔT = 10 min</a:t>
            </a:r>
          </a:p>
          <a:p>
            <a:r>
              <a:t>  - M2: (18 min, 20 min) → ΔT = 2 min (Selected Meeting Point)</a:t>
            </a:r>
          </a:p>
          <a:p>
            <a:r>
              <a:t>  - M3: (22 min, 15 min) → ΔT = 7 min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Optimization Techniques:</a:t>
            </a:r>
          </a:p>
          <a:p>
            <a:r>
              <a:t>  - Reduce waypoints using binary search.</a:t>
            </a:r>
          </a:p>
          <a:p>
            <a:r>
              <a:t>  - Cluster waypoints for faster computation.</a:t>
            </a:r>
          </a:p>
          <a:p/>
          <a:p>
            <a:r>
              <a:t>• Integration Ideas:</a:t>
            </a:r>
          </a:p>
          <a:p>
            <a:r>
              <a:t>  - Ride-sharing apps for pickup points.</a:t>
            </a:r>
          </a:p>
          <a:p>
            <a:r>
              <a:t>  - Google Maps plugin for real-time suggestions.</a:t>
            </a:r>
          </a:p>
          <a:p/>
          <a:p>
            <a:r>
              <a:t>• User Experience Enhancements:</a:t>
            </a:r>
          </a:p>
          <a:p>
            <a:r>
              <a:t>  - Allow preferences (cafes, public spaces, etc.).</a:t>
            </a:r>
          </a:p>
          <a:p>
            <a:r>
              <a:t>  - Use AI for better prediction based on historical traffic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This tool finds a fair meeting point using travel time, not just distance.</a:t>
            </a:r>
          </a:p>
          <a:p>
            <a:r>
              <a:t>• OpenRouteService waypoints provide accurate road-based midpoints.</a:t>
            </a:r>
          </a:p>
          <a:p>
            <a:r>
              <a:t>• Future improvements can include optimizations and integrations.</a:t>
            </a:r>
          </a:p>
          <a:p/>
          <a:p>
            <a:r>
              <a:t>Next Steps:</a:t>
            </a:r>
          </a:p>
          <a:p>
            <a:r>
              <a:t>• Implement backend API in Java.</a:t>
            </a:r>
          </a:p>
          <a:p>
            <a:r>
              <a:t>• Build frontend UI in React.</a:t>
            </a:r>
          </a:p>
          <a:p>
            <a:r>
              <a:t>• Optimize brute-force approach for better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