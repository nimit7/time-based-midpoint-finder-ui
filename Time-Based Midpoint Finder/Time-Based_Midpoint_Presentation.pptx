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Time-Based Midpoint Finder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innovative approach to finding the optimal meeting point based on travel time.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mapping services provide distance-based midpoints, but time-based midpoints can improve real-world usability.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Find a meeting point between two locations such that the travel time for both users is minimized.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Input two locations (P and Q)</a:t>
            </a:r>
          </a:p>
          <a:p>
            <a:r>
              <a:t>2. Obtain a route with waypoints using OpenRouteService API</a:t>
            </a:r>
          </a:p>
          <a:p>
            <a:r>
              <a:t>3. Calculate travel time for each waypoint</a:t>
            </a:r>
          </a:p>
          <a:p>
            <a:r>
              <a:t>4. Select the waypoint with the minimum time difference between P and Q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Backend: Java with Spring Boot</a:t>
            </a:r>
          </a:p>
          <a:p>
            <a:r>
              <a:t>• Frontend: React (TypeScript)</a:t>
            </a:r>
          </a:p>
          <a:p>
            <a:r>
              <a:t>• APIs: OpenRouteService for routing &amp; waypoints</a:t>
            </a:r>
          </a:p>
          <a:p>
            <a:r>
              <a:t>• Map Integration: Leaflet or OpenStreetMap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Fetch waypoints along the shortest route.</a:t>
            </a:r>
          </a:p>
          <a:p>
            <a:r>
              <a:t>2. Calculate travel times from P to each waypoint and Q to each waypoint.</a:t>
            </a:r>
          </a:p>
          <a:p>
            <a:r>
              <a:t>3. Identify the waypoint where the time difference is minimal.</a:t>
            </a:r>
          </a:p>
          <a:p>
            <a:r>
              <a:t>4. Display the optimal meeting point on the map.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Scenario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Consider two users starting at different locations. The system suggests a midpoint where their travel time difference is minimized.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Support for multi-user midpoints.</a:t>
            </a:r>
          </a:p>
          <a:p>
            <a:r>
              <a:t>• Integration with public transport APIs.</a:t>
            </a:r>
          </a:p>
          <a:p>
            <a:r>
              <a:t>• Real-time traffic-based adjustments.</a:t>
            </a:r>
          </a:p>
          <a:p>
            <a:r>
              <a:t>• Incorporating walking and biking routes.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time-based midpoint improves efficiency and convenience over traditional distance-based midpoints.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